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A8957-F4C8-4162-B08A-89D79507325D}" v="9" dt="2026-02-08T05:44:31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4660"/>
  </p:normalViewPr>
  <p:slideViewPr>
    <p:cSldViewPr snapToGrid="0">
      <p:cViewPr>
        <p:scale>
          <a:sx n="184" d="100"/>
          <a:sy n="184" d="100"/>
        </p:scale>
        <p:origin x="-4830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8BD7-6AF5-DBBD-2084-6E3C5BD4C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683DD-1214-4DA1-0DE5-C38D0AC22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D5C02-CA40-AD8C-C95D-A3559CBD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E99B5-C349-DC6D-6FA9-0CA8315C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895C2-BAD9-62EC-DD56-DF1E5D2B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6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B1BE-BE6E-1878-7806-8C4A4E48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71FD7-AF08-5A1E-439F-0A7A1A81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7576-2EAC-FEFC-77DF-B0340BC0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4C20E-F5E0-506A-DFFC-4F89CAAD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503F1-1E93-6E67-4428-41950D80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9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9DA5-E369-2BDF-4EDC-6F466A1F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8AF4-F702-47FF-A2D3-8B44B2BD9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689BD-CAFD-4075-31F3-07AEDCA4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5A6C5-A203-BEB8-E0FC-2CA72EED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29D0C-DA6B-74B7-A33C-DC18D4EB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6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D0CCC-7FA7-96D4-4D13-2A8246B88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0C48D-CD28-82BB-B993-07F569A80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C7F0E-0248-AE1C-44A0-3799CB603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9F3CE-0294-3D47-984E-9077D26B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7DBCB-11C2-7726-399E-9D493EF2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452B4-E8C3-AD1E-A1AB-980D7FCE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6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DFE4-36DB-467F-C829-0B469A65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14844-2621-5272-DFB1-416199BE1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08E89-A9A9-AAD9-F523-828F96A2F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5CA3A-110C-3AAE-7D70-BBB08D2E6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D9E803-3BD8-0C9E-0A4B-D4158420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C60CE3-C2FA-64F4-529C-9E716299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B41C87-FEDD-C75A-D60C-9015CA54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30AFD-6AA1-EA1A-0FA7-3BA9FA38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2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AE86-F1A3-99F4-F1AE-2DD210DF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EAD7D-CE1B-664C-4971-0F906A2F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6054C-6FF7-7282-84CD-2DB6575A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BA693-EA3A-7C4B-E5EE-D4083430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2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542A7-6966-578D-DAEF-D6498200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88769-C651-7774-BD6A-9746BDA7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8B347-2B51-69E0-6802-5FF4B48F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1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81FA3-7373-CE12-732D-642238652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4CC0-4C74-807E-116C-20FF9E604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EEB69-242C-C7C6-4E53-3D9E95EFE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03C9B-07F6-9C5B-E3C5-352F77CD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4FE8C-9EB0-8392-632F-D1E6E061A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5AEED-E3AC-F221-F2B2-E7B7115B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1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CF72-D5CD-DD83-6BF6-E1486091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AC76FD-F04E-0A62-D328-5503015DA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02D68-6097-6BF7-CB10-2C60EF088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26999-5487-BB7B-1788-6A358582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C0481-4A33-CF5A-F7CA-0E95DA3B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5F770-548F-A983-7B04-DC124C9D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6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1904-9F01-A3C7-10DC-A9A0A428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F59B5-2872-E34D-829C-9E1114037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4467F-3BDC-6A39-8880-A91B2279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D92E9-0CDA-7767-50A3-D0D98BF4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3891-4839-EA8B-529A-1CE4972F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9AB40-3374-EE71-9E91-39F18B3D5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A722D-38C5-9F32-D242-246E1DE6C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0BA62-CC04-9AE2-CC4F-83CD3EB7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7B601-B15C-DCC3-01B7-B87AE988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F7F06-F15D-A709-164E-B754BD2E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3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6B2D68-D9CA-4D02-8048-A158FCD0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A0CDF-624B-3265-0F9E-BB3650371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6511F-100A-F541-593F-F189C0ABF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7C4C2-5024-46B3-9790-A078B01A7D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145C1-C5BE-82A9-F23A-31ECCA61E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CC156-15CF-01A1-6D10-7F62F32EE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4D63A-3CDB-4ABC-BBF8-E915B6ED2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734026-A993-6D80-6BAD-2D383034F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95" y="662333"/>
            <a:ext cx="11123809" cy="5533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65A74A-650C-D9B1-4F60-E175E2C5F7E6}"/>
              </a:ext>
            </a:extLst>
          </p:cNvPr>
          <p:cNvSpPr txBox="1"/>
          <p:nvPr/>
        </p:nvSpPr>
        <p:spPr>
          <a:xfrm>
            <a:off x="1453415" y="173255"/>
            <a:ext cx="2858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Pattern label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A2788D-F114-5878-F2F1-287BF5325CC2}"/>
              </a:ext>
            </a:extLst>
          </p:cNvPr>
          <p:cNvCxnSpPr>
            <a:cxnSpLocks/>
          </p:cNvCxnSpPr>
          <p:nvPr/>
        </p:nvCxnSpPr>
        <p:spPr>
          <a:xfrm flipH="1">
            <a:off x="1113022" y="542587"/>
            <a:ext cx="744654" cy="525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DB92A9B-40F5-1E87-A615-BF5FF3B394A6}"/>
              </a:ext>
            </a:extLst>
          </p:cNvPr>
          <p:cNvSpPr/>
          <p:nvPr/>
        </p:nvSpPr>
        <p:spPr>
          <a:xfrm>
            <a:off x="57373" y="837398"/>
            <a:ext cx="12077254" cy="561152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splitPane</a:t>
            </a: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B83B4-3CB7-CF7D-4655-2E1E186E7CC2}"/>
              </a:ext>
            </a:extLst>
          </p:cNvPr>
          <p:cNvSpPr/>
          <p:nvPr/>
        </p:nvSpPr>
        <p:spPr>
          <a:xfrm>
            <a:off x="421907" y="1378224"/>
            <a:ext cx="11667424" cy="4945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FF0000"/>
                </a:solidFill>
              </a:rPr>
              <a:t>BottomPane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BDE6EB-6CC3-2096-D78E-78295459DFB8}"/>
              </a:ext>
            </a:extLst>
          </p:cNvPr>
          <p:cNvSpPr/>
          <p:nvPr/>
        </p:nvSpPr>
        <p:spPr>
          <a:xfrm>
            <a:off x="10019898" y="2521819"/>
            <a:ext cx="1790406" cy="36104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auxiliaryPane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E92A3C-F75F-FF4C-A486-335FDBEDF08E}"/>
              </a:ext>
            </a:extLst>
          </p:cNvPr>
          <p:cNvSpPr/>
          <p:nvPr/>
        </p:nvSpPr>
        <p:spPr>
          <a:xfrm>
            <a:off x="9931708" y="1534819"/>
            <a:ext cx="1955450" cy="37098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replacementPane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F3B3C-EA50-4D7B-CD6D-4E595DF8D782}"/>
              </a:ext>
            </a:extLst>
          </p:cNvPr>
          <p:cNvSpPr/>
          <p:nvPr/>
        </p:nvSpPr>
        <p:spPr>
          <a:xfrm>
            <a:off x="534095" y="2521819"/>
            <a:ext cx="9186670" cy="36104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characterPane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642FB-38C1-B5ED-808D-27104293956B}"/>
              </a:ext>
            </a:extLst>
          </p:cNvPr>
          <p:cNvSpPr/>
          <p:nvPr/>
        </p:nvSpPr>
        <p:spPr>
          <a:xfrm>
            <a:off x="9831905" y="1456568"/>
            <a:ext cx="2166392" cy="473909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auxiliarySplit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B476F0-31E1-8FC5-63F7-AFC2DD168085}"/>
              </a:ext>
            </a:extLst>
          </p:cNvPr>
          <p:cNvSpPr/>
          <p:nvPr/>
        </p:nvSpPr>
        <p:spPr>
          <a:xfrm>
            <a:off x="534094" y="1454225"/>
            <a:ext cx="9186671" cy="59595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buttonPanel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B9B523-602B-6638-8F76-7B0C3D43E84A}"/>
              </a:ext>
            </a:extLst>
          </p:cNvPr>
          <p:cNvSpPr txBox="1"/>
          <p:nvPr/>
        </p:nvSpPr>
        <p:spPr>
          <a:xfrm>
            <a:off x="423823" y="921020"/>
            <a:ext cx="1146333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topPanel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40038E-817F-606C-9B63-4156D3D96F0E}"/>
              </a:ext>
            </a:extLst>
          </p:cNvPr>
          <p:cNvSpPr/>
          <p:nvPr/>
        </p:nvSpPr>
        <p:spPr>
          <a:xfrm>
            <a:off x="2471235" y="998915"/>
            <a:ext cx="9186671" cy="25274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rgbClr val="00B050"/>
                </a:solidFill>
              </a:rPr>
              <a:t>patternPane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0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38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Grazi</dc:creator>
  <cp:lastModifiedBy>Victor Grazi</cp:lastModifiedBy>
  <cp:revision>2</cp:revision>
  <dcterms:created xsi:type="dcterms:W3CDTF">2026-02-08T05:08:19Z</dcterms:created>
  <dcterms:modified xsi:type="dcterms:W3CDTF">2026-02-08T05:59:15Z</dcterms:modified>
</cp:coreProperties>
</file>